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3786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0_표지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" y="0"/>
            <a:ext cx="12191695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F3A5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84048" y="0"/>
            <a:ext cx="82296" cy="6858000"/>
          </a:xfrm>
          <a:prstGeom prst="rect">
            <a:avLst/>
          </a:prstGeom>
          <a:solidFill>
            <a:srgbClr val="2F6FED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732520" y="0"/>
            <a:ext cx="3456432" cy="6858000"/>
          </a:xfrm>
          <a:prstGeom prst="rect">
            <a:avLst/>
          </a:prstGeom>
          <a:solidFill>
            <a:srgbClr val="EAF2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692640" y="594360"/>
            <a:ext cx="1828800" cy="164592"/>
          </a:xfrm>
          <a:prstGeom prst="rect">
            <a:avLst/>
          </a:prstGeom>
          <a:solidFill>
            <a:srgbClr val="2F6FED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>
            <a:spLocks noGrp="1"/>
          </p:cNvSpPr>
          <p:nvPr>
            <p:ph type="title" idx="105" hasCustomPrompt="1"/>
          </p:nvPr>
        </p:nvSpPr>
        <p:spPr>
          <a:xfrm>
            <a:off x="105156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사업명 / 제안서명</a:t>
            </a:r>
            <a:endParaRPr lang="en-US" sz="3200" dirty="0"/>
          </a:p>
        </p:txBody>
      </p:sp>
      <p:sp>
        <p:nvSpPr>
          <p:cNvPr id="8" name="Text 5"/>
          <p:cNvSpPr>
            <a:spLocks noGrp="1"/>
          </p:cNvSpPr>
          <p:nvPr>
            <p:ph type="body" idx="106" hasCustomPrompt="1"/>
          </p:nvPr>
        </p:nvSpPr>
        <p:spPr>
          <a:xfrm>
            <a:off x="1069848" y="2971800"/>
            <a:ext cx="60350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r>
              <a:rPr lang="en-US" sz="150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 Master Template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1069848" y="3547872"/>
            <a:ext cx="2834640" cy="0"/>
          </a:xfrm>
          <a:prstGeom prst="line">
            <a:avLst/>
          </a:prstGeom>
          <a:noFill/>
          <a:ln w="28575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>
            <a:spLocks noGrp="1"/>
          </p:cNvSpPr>
          <p:nvPr>
            <p:ph type="body" idx="108" hasCustomPrompt="1"/>
          </p:nvPr>
        </p:nvSpPr>
        <p:spPr>
          <a:xfrm>
            <a:off x="1069848" y="5989320"/>
            <a:ext cx="548640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제출일  |  기관명 / 제안사명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10561320" y="59984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LOGO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_목차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94360"/>
            <a:ext cx="73152" cy="384048"/>
          </a:xfrm>
          <a:prstGeom prst="rect">
            <a:avLst/>
          </a:prstGeom>
          <a:solidFill>
            <a:srgbClr val="2F6FED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685800" y="512064"/>
            <a:ext cx="67665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 제목</a:t>
            </a:r>
            <a:endParaRPr lang="en-US" sz="20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685800" y="932688"/>
            <a:ext cx="859536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5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r>
              <a:rPr lang="en-US" sz="105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한 줄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502920" y="1307592"/>
            <a:ext cx="112014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2920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/ PROPOSAL TEMPLATE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10149840" y="65471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11475720" y="6528816"/>
            <a:ext cx="201168" cy="73152"/>
          </a:xfrm>
          <a:prstGeom prst="rect">
            <a:avLst/>
          </a:prstGeom>
          <a:solidFill>
            <a:srgbClr val="2F6FED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>
            <a:spLocks noGrp="1"/>
          </p:cNvSpPr>
          <p:nvPr>
            <p:ph type="body" idx="109" hasCustomPrompt="1"/>
          </p:nvPr>
        </p:nvSpPr>
        <p:spPr>
          <a:xfrm>
            <a:off x="960120" y="1737360"/>
            <a:ext cx="978408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rgbClr val="2B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r>
              <a:rPr lang="en-US" sz="1800" dirty="0">
                <a:solidFill>
                  <a:srgbClr val="2B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목차를 입력하세요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A9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_간지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60120"/>
            <a:ext cx="146304" cy="4892040"/>
          </a:xfrm>
          <a:prstGeom prst="rect">
            <a:avLst/>
          </a:prstGeom>
          <a:solidFill>
            <a:srgbClr val="2F6FED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960120" y="1417320"/>
            <a:ext cx="10972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200" b="1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r>
              <a:rPr lang="en-US" sz="4200" b="1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</a:t>
            </a:r>
            <a:endParaRPr lang="en-US" sz="4200" dirty="0"/>
          </a:p>
        </p:txBody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960120" y="2286000"/>
            <a:ext cx="70408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제목</a:t>
            </a:r>
            <a:endParaRPr lang="en-US" sz="2800" dirty="0"/>
          </a:p>
        </p:txBody>
      </p:sp>
      <p:sp>
        <p:nvSpPr>
          <p:cNvPr id="7" name="Text 3"/>
          <p:cNvSpPr>
            <a:spLocks noGrp="1"/>
          </p:cNvSpPr>
          <p:nvPr>
            <p:ph type="body" idx="105" hasCustomPrompt="1"/>
          </p:nvPr>
        </p:nvSpPr>
        <p:spPr>
          <a:xfrm>
            <a:off x="978408" y="3063240"/>
            <a:ext cx="71323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r>
              <a:rPr lang="en-US" sz="130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subtitle or key message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8961120" y="164592"/>
            <a:ext cx="3227832" cy="6693408"/>
          </a:xfrm>
          <a:prstGeom prst="rect">
            <a:avLst/>
          </a:prstGeom>
          <a:solidFill>
            <a:srgbClr val="EAF2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9555480" y="5349240"/>
            <a:ext cx="1920240" cy="182880"/>
          </a:xfrm>
          <a:prstGeom prst="rect">
            <a:avLst/>
          </a:prstGeom>
          <a:solidFill>
            <a:srgbClr val="F2A03D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_기본본문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94360"/>
            <a:ext cx="73152" cy="384048"/>
          </a:xfrm>
          <a:prstGeom prst="rect">
            <a:avLst/>
          </a:prstGeom>
          <a:solidFill>
            <a:srgbClr val="2F6FED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685800" y="512064"/>
            <a:ext cx="67665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 제목</a:t>
            </a:r>
            <a:endParaRPr lang="en-US" sz="20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685800" y="932688"/>
            <a:ext cx="859536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5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r>
              <a:rPr lang="en-US" sz="105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한 줄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502920" y="1307592"/>
            <a:ext cx="112014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2920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/ PROPOSAL TEMPLATE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10149840" y="65471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11475720" y="6528816"/>
            <a:ext cx="201168" cy="73152"/>
          </a:xfrm>
          <a:prstGeom prst="rect">
            <a:avLst/>
          </a:prstGeom>
          <a:solidFill>
            <a:srgbClr val="2F6FED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>
            <a:spLocks noGrp="1"/>
          </p:cNvSpPr>
          <p:nvPr>
            <p:ph type="body" idx="109" hasCustomPrompt="1"/>
          </p:nvPr>
        </p:nvSpPr>
        <p:spPr>
          <a:xfrm>
            <a:off x="713232" y="1572768"/>
            <a:ext cx="10789920" cy="4526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dirty="0">
                <a:solidFill>
                  <a:srgbClr val="2B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r>
              <a:rPr lang="en-US" sz="1300" dirty="0">
                <a:solidFill>
                  <a:srgbClr val="2B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내용을 입력하세요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A9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_표중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94360"/>
            <a:ext cx="73152" cy="384048"/>
          </a:xfrm>
          <a:prstGeom prst="rect">
            <a:avLst/>
          </a:prstGeom>
          <a:solidFill>
            <a:srgbClr val="2F6FED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685800" y="512064"/>
            <a:ext cx="67665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 제목</a:t>
            </a:r>
            <a:endParaRPr lang="en-US" sz="20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685800" y="932688"/>
            <a:ext cx="859536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5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r>
              <a:rPr lang="en-US" sz="105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한 줄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502920" y="1307592"/>
            <a:ext cx="112014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2920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/ PROPOSAL TEMPLATE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10149840" y="65471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11475720" y="6528816"/>
            <a:ext cx="201168" cy="73152"/>
          </a:xfrm>
          <a:prstGeom prst="rect">
            <a:avLst/>
          </a:prstGeom>
          <a:solidFill>
            <a:srgbClr val="2F6FED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8368" y="1572768"/>
            <a:ext cx="10863072" cy="452628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12" name="Text 8"/>
          <p:cNvSpPr>
            <a:spLocks noGrp="1"/>
          </p:cNvSpPr>
          <p:nvPr>
            <p:ph type="body" idx="110" hasCustomPrompt="1"/>
          </p:nvPr>
        </p:nvSpPr>
        <p:spPr>
          <a:xfrm>
            <a:off x="868680" y="1783080"/>
            <a:ext cx="10424160" cy="4069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30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30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영역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A9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_도식중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94360"/>
            <a:ext cx="73152" cy="384048"/>
          </a:xfrm>
          <a:prstGeom prst="rect">
            <a:avLst/>
          </a:prstGeom>
          <a:solidFill>
            <a:srgbClr val="2F6FED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685800" y="512064"/>
            <a:ext cx="67665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 제목</a:t>
            </a:r>
            <a:endParaRPr lang="en-US" sz="20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685800" y="932688"/>
            <a:ext cx="859536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5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r>
              <a:rPr lang="en-US" sz="105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한 줄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502920" y="1307592"/>
            <a:ext cx="112014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2920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/ PROPOSAL TEMPLATE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10149840" y="65471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11475720" y="6528816"/>
            <a:ext cx="201168" cy="73152"/>
          </a:xfrm>
          <a:prstGeom prst="rect">
            <a:avLst/>
          </a:prstGeom>
          <a:solidFill>
            <a:srgbClr val="2F6FED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8368" y="1572768"/>
            <a:ext cx="10863072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12" name="Text 8"/>
          <p:cNvSpPr>
            <a:spLocks noGrp="1"/>
          </p:cNvSpPr>
          <p:nvPr>
            <p:ph type="body" idx="110" hasCustomPrompt="1"/>
          </p:nvPr>
        </p:nvSpPr>
        <p:spPr>
          <a:xfrm>
            <a:off x="868680" y="1783080"/>
            <a:ext cx="10424160" cy="4069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30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30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도식 / 프로세스 영역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A9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_이미지본문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94360"/>
            <a:ext cx="73152" cy="384048"/>
          </a:xfrm>
          <a:prstGeom prst="rect">
            <a:avLst/>
          </a:prstGeom>
          <a:solidFill>
            <a:srgbClr val="2F6FED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685800" y="512064"/>
            <a:ext cx="67665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 제목</a:t>
            </a:r>
            <a:endParaRPr lang="en-US" sz="20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685800" y="932688"/>
            <a:ext cx="859536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5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r>
              <a:rPr lang="en-US" sz="105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한 줄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502920" y="1307592"/>
            <a:ext cx="112014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2920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/ PROPOSAL TEMPLATE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10149840" y="65471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11475720" y="6528816"/>
            <a:ext cx="201168" cy="73152"/>
          </a:xfrm>
          <a:prstGeom prst="rect">
            <a:avLst/>
          </a:prstGeom>
          <a:solidFill>
            <a:srgbClr val="2F6FED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8368" y="1572768"/>
            <a:ext cx="5623560" cy="4526280"/>
          </a:xfrm>
          <a:prstGeom prst="rect">
            <a:avLst/>
          </a:prstGeom>
          <a:solidFill>
            <a:srgbClr val="F1F4F8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12" name="Text 8"/>
          <p:cNvSpPr>
            <a:spLocks noGrp="1"/>
          </p:cNvSpPr>
          <p:nvPr>
            <p:ph type="body" idx="110" hasCustomPrompt="1"/>
          </p:nvPr>
        </p:nvSpPr>
        <p:spPr>
          <a:xfrm>
            <a:off x="914400" y="3566160"/>
            <a:ext cx="5120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/ 캡처 영역</a:t>
            </a:r>
            <a:endParaRPr lang="en-US" sz="1200" dirty="0"/>
          </a:p>
        </p:txBody>
      </p:sp>
      <p:sp>
        <p:nvSpPr>
          <p:cNvPr id="13" name="Text 8"/>
          <p:cNvSpPr>
            <a:spLocks noGrp="1"/>
          </p:cNvSpPr>
          <p:nvPr>
            <p:ph type="body" idx="111" hasCustomPrompt="1"/>
          </p:nvPr>
        </p:nvSpPr>
        <p:spPr>
          <a:xfrm>
            <a:off x="6629400" y="1572768"/>
            <a:ext cx="4617720" cy="4526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50" dirty="0">
                <a:solidFill>
                  <a:srgbClr val="2B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r>
              <a:rPr lang="en-US" sz="1250" dirty="0">
                <a:solidFill>
                  <a:srgbClr val="2B30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내용을 입력하세요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A9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_빈화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/ PROPOSAL TEMPLATE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0149840" y="65471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9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11475720" y="6528816"/>
            <a:ext cx="201168" cy="73152"/>
          </a:xfrm>
          <a:prstGeom prst="rect">
            <a:avLst/>
          </a:prstGeom>
          <a:solidFill>
            <a:srgbClr val="2F6FED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A9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A9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905CB73-2567-C109-1C75-0561B8C7F13F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37" y="191596"/>
            <a:ext cx="1214421" cy="3110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AB982B-588C-531F-3171-C5FE17EB3EED}"/>
              </a:ext>
            </a:extLst>
          </p:cNvPr>
          <p:cNvSpPr txBox="1"/>
          <p:nvPr userDrawn="1"/>
        </p:nvSpPr>
        <p:spPr>
          <a:xfrm>
            <a:off x="10878961" y="165712"/>
            <a:ext cx="10697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0079FF"/>
                </a:solidFill>
                <a:latin typeface="Footlight MT Light" panose="0204060206030A020304" pitchFamily="18" charset="0"/>
              </a:rPr>
              <a:t>consortium</a:t>
            </a:r>
            <a:endParaRPr lang="ko-KR" altLang="en-US" sz="1400" dirty="0">
              <a:solidFill>
                <a:srgbClr val="0079FF"/>
              </a:solidFill>
              <a:latin typeface="Footlight MT Light" panose="0204060206030A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31ADC88-0954-1442-6C4C-3662FFFBF025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7597" y="136525"/>
            <a:ext cx="1081007" cy="36614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Pretendard SemiBold"/>
        <a:ea typeface="맑은 고딕"/>
        <a:cs typeface=""/>
      </a:majorFont>
      <a:minorFont>
        <a:latin typeface="Pretendard Medium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와이드스크린</PresentationFormat>
  <Paragraphs>0</Paragraphs>
  <Slides>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0</vt:i4>
      </vt:variant>
    </vt:vector>
  </HeadingPairs>
  <TitlesOfParts>
    <vt:vector size="4" baseType="lpstr">
      <vt:lpstr>Malgun Gothic</vt:lpstr>
      <vt:lpstr>Arial</vt:lpstr>
      <vt:lpstr>Footlight MT Light</vt:lpstr>
      <vt:lpstr>Office Theme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Master Common Elements Template</dc:title>
  <dc:subject>PPT master template - common elements</dc:subject>
  <dc:creator>OpenAI</dc:creator>
  <cp:lastModifiedBy>이 돈우</cp:lastModifiedBy>
  <cp:revision>3</cp:revision>
  <dcterms:created xsi:type="dcterms:W3CDTF">2026-06-16T02:31:02Z</dcterms:created>
  <dcterms:modified xsi:type="dcterms:W3CDTF">2026-06-17T10:32:59Z</dcterms:modified>
</cp:coreProperties>
</file>