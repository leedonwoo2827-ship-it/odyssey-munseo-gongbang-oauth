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6E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17"/>
    <p:restoredTop sz="94700"/>
  </p:normalViewPr>
  <p:slideViewPr>
    <p:cSldViewPr snapToGrid="0">
      <p:cViewPr varScale="1">
        <p:scale>
          <a:sx n="51" d="100"/>
          <a:sy n="51" d="100"/>
        </p:scale>
        <p:origin x="67" y="6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B80183-75E4-8DEF-6B17-3848DC97B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9C47AB6-1913-2170-0F1C-49239C0C9F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609458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81B6FC-1793-4EFD-F60E-8CDF0A0C5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22960"/>
            <a:ext cx="10515600" cy="914400"/>
          </a:xfrm>
          <a:prstGeom prst="rect">
            <a:avLst/>
          </a:prstGeo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8CC21C-85FA-BB37-6801-183FCFACB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1566E59-307B-EEF2-AA2B-342532259A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8E3A1B1-0AD7-AA44-95DE-4BE14D4D5215}" type="datetimeFigureOut">
              <a:t>2026-06-21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29519D-F048-900A-074A-C27CA4B3C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51E94C6-6EA1-5815-B625-73277AEA8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E63FC8-0216-5F43-9E32-DC92E06C5792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441959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83397-5B91-60D0-6F4B-CD40DF15C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AC9AE5A-4C9B-7715-BBF4-9CEEC7C32A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038C97-40ED-76BF-A650-677AB6E06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8E3A1B1-0AD7-AA44-95DE-4BE14D4D5215}" type="datetimeFigureOut">
              <a:t>2026-06-21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E33EDB-A077-E237-3455-15221816D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E046A8-5AA8-2DE0-3FAC-B63E99C93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E63FC8-0216-5F43-9E32-DC92E06C5792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75577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3EB881-7788-36EE-E4F6-4E61BF9EE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E87067-8307-0557-89CB-CF75BAE2F4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A142742-1B0F-90B8-FC0B-DA3B4A8BF7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644D442-50CB-2641-CCE1-0C84525AAF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8E3A1B1-0AD7-AA44-95DE-4BE14D4D5215}" type="datetimeFigureOut">
              <a:t>2026-06-21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3CDD1A4-0DCD-D522-6EAC-1746AB083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1BB6F69-D0D2-0528-07A1-5A9DD7D44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E63FC8-0216-5F43-9E32-DC92E06C5792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16838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A34993-9645-4B94-49FD-52502E3CC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24EB9A-DC45-76B3-D7ED-53B918A9F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943667-C60A-BD32-1928-F30306BD62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CB320F7-1452-8615-6FF5-8D4E4B6CD7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C4A711E-1211-05BE-F08C-71B56D5E5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585439-0D55-5C8F-B5C0-17A558044F1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8E3A1B1-0AD7-AA44-95DE-4BE14D4D5215}" type="datetimeFigureOut">
              <a:t>2026-06-21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595757D-4E1E-680B-1062-82D55341B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9B35575-B6E2-C6BA-E14F-37AEE90E1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E63FC8-0216-5F43-9E32-DC92E06C5792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37793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1F4039-8926-80E8-7B3D-F223199D4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3D65F5-AC78-2996-4E2B-C2FB66795E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8E3A1B1-0AD7-AA44-95DE-4BE14D4D5215}" type="datetimeFigureOut">
              <a:t>2026-06-21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B8CD7B-D506-64A2-CA33-E710346B4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223415B-196F-D25E-149C-2B53006B7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E63FC8-0216-5F43-9E32-DC92E06C5792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13429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DD39FEC-C524-9481-F7C3-DC4420F6EA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8E3A1B1-0AD7-AA44-95DE-4BE14D4D5215}" type="datetimeFigureOut">
              <a:t>2026-06-21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E8BE0E7-8DE0-16DB-5E15-C97A66056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6AF6EB-BB13-128E-4636-771F37830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E63FC8-0216-5F43-9E32-DC92E06C5792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02140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13F9EA-7A7A-B906-29F8-38DDF5A33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07E9A6-45B6-FF86-9612-F8ADE0B019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BDAE14C-E7D8-CAB6-4384-FE226308B8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7836D69-812F-9A7A-9B15-C85BD461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8E3A1B1-0AD7-AA44-95DE-4BE14D4D5215}" type="datetimeFigureOut">
              <a:t>2026-06-21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F68D72D-7C80-CFA3-DDE0-FE0EA2A82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0E293B6-E2CD-A7D3-EC04-420795A23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E63FC8-0216-5F43-9E32-DC92E06C5792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00400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B9B15B-78CD-4758-D6E4-6F66EE22C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0BCA96-7C1D-17D8-C7D3-E15EA094E9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4004C5F-259F-DA38-B591-C9022A96EE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5120FB-7937-2718-BB10-500B7751A8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8E3A1B1-0AD7-AA44-95DE-4BE14D4D5215}" type="datetimeFigureOut">
              <a:t>2026-06-21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385C34-B8EA-7629-A26C-74F86D63A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BCDCAF-3BBB-A921-E916-7BEDEE140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E63FC8-0216-5F43-9E32-DC92E06C5792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60090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ACA25-6F85-34E7-AC1D-2A7C00000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57CED4-CADD-F3C8-0700-D4933F3C3C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728C87-649D-52B3-6217-B21D4FBFAE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8E3A1B1-0AD7-AA44-95DE-4BE14D4D5215}" type="datetimeFigureOut">
              <a:t>2026-06-21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979AD7-A5AB-7BA0-88A8-ECE193BBD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8119E8-6C6B-8834-590B-9B27C3A33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E63FC8-0216-5F43-9E32-DC92E06C5792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548768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D1BA46-8BE1-136B-C3D6-EBDF15FA45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E03222D-150F-9F56-A724-2ADBDFAE15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F2608DB-759F-13E1-EF16-0B0A6A0E30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8E3A1B1-0AD7-AA44-95DE-4BE14D4D5215}" type="datetimeFigureOut">
              <a:t>2026-06-21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C1AF17E-6D17-0DC5-2A93-58254B547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8178FF7-08E9-1E5E-BC57-1B96001B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FE63FC8-0216-5F43-9E32-DC92E06C5792}" type="slidenum"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355748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슬라이드 번호 개체 틀 1">
            <a:extLst>
              <a:ext uri="{FF2B5EF4-FFF2-40B4-BE49-F238E27FC236}">
                <a16:creationId xmlns:a16="http://schemas.microsoft.com/office/drawing/2014/main" id="{81AAA766-B96B-F6A2-7347-0699B023A244}"/>
              </a:ext>
            </a:extLst>
          </p:cNvPr>
          <p:cNvSpPr txBox="1">
            <a:spLocks/>
          </p:cNvSpPr>
          <p:nvPr userDrawn="1"/>
        </p:nvSpPr>
        <p:spPr>
          <a:xfrm>
            <a:off x="11109492" y="6411945"/>
            <a:ext cx="70532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ore-KR"/>
            </a:defPPr>
            <a:lvl1pPr marL="0" algn="r" defTabSz="914400" rtl="0" eaLnBrk="1" latinLnBrk="0" hangingPunct="1">
              <a:defRPr sz="900" b="0" i="0" kern="1200">
                <a:solidFill>
                  <a:schemeClr val="tx1">
                    <a:lumMod val="85000"/>
                    <a:lumOff val="15000"/>
                  </a:schemeClr>
                </a:solidFill>
                <a:latin typeface="Paperlogy 4 Regular" pitchFamily="2" charset="-127"/>
                <a:ea typeface="Paperlogy 4 Regular" pitchFamily="2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3F0ACB6-BAE4-3047-AAB9-6F1B085DD44B}" type="slidenum">
              <a:rPr lang="en-US" altLang="ko-Kore-KR" sz="800" b="0" i="0">
                <a:solidFill>
                  <a:schemeClr val="tx1">
                    <a:lumMod val="50000"/>
                    <a:lumOff val="50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pPr/>
              <a:t>‹#›</a:t>
            </a:fld>
            <a:endParaRPr kumimoji="1" lang="ko-Kore-KR" altLang="en-US" sz="800" b="0" i="0">
              <a:solidFill>
                <a:schemeClr val="tx1">
                  <a:lumMod val="50000"/>
                  <a:lumOff val="50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B4191A27-B82A-FD0C-634C-1B0965AD9995}"/>
              </a:ext>
            </a:extLst>
          </p:cNvPr>
          <p:cNvGrpSpPr/>
          <p:nvPr userDrawn="1"/>
        </p:nvGrpSpPr>
        <p:grpSpPr>
          <a:xfrm>
            <a:off x="9867597" y="136525"/>
            <a:ext cx="2081071" cy="366148"/>
            <a:chOff x="9867597" y="136525"/>
            <a:chExt cx="2081071" cy="36614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EAB982B-588C-531F-3171-C5FE17EB3EED}"/>
                </a:ext>
              </a:extLst>
            </p:cNvPr>
            <p:cNvSpPr txBox="1"/>
            <p:nvPr userDrawn="1"/>
          </p:nvSpPr>
          <p:spPr>
            <a:xfrm>
              <a:off x="10878961" y="165712"/>
              <a:ext cx="10697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dirty="0">
                  <a:solidFill>
                    <a:srgbClr val="0079FF"/>
                  </a:solidFill>
                  <a:latin typeface="Footlight MT Light" panose="0204060206030A020304" pitchFamily="18" charset="0"/>
                </a:rPr>
                <a:t>consortium</a:t>
              </a:r>
              <a:endParaRPr lang="ko-KR" altLang="en-US" sz="1400" dirty="0">
                <a:solidFill>
                  <a:srgbClr val="0079FF"/>
                </a:solidFill>
                <a:latin typeface="Footlight MT Light" panose="0204060206030A020304" pitchFamily="18" charset="0"/>
              </a:endParaRPr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31ADC88-0954-1442-6C4C-3662FFFBF02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67597" y="136525"/>
              <a:ext cx="1081007" cy="366148"/>
            </a:xfrm>
            <a:prstGeom prst="rect">
              <a:avLst/>
            </a:prstGeom>
          </p:spPr>
        </p:pic>
      </p:grpSp>
      <p:pic>
        <p:nvPicPr>
          <p:cNvPr id="4" name="그림 3">
            <a:extLst>
              <a:ext uri="{FF2B5EF4-FFF2-40B4-BE49-F238E27FC236}">
                <a16:creationId xmlns:a16="http://schemas.microsoft.com/office/drawing/2014/main" id="{5905CB73-2567-C109-1C75-0561B8C7F13F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537" y="191596"/>
            <a:ext cx="1214421" cy="311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16694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CDACA43-36A9-D3BC-6253-0875F00EAC94}"/>
              </a:ext>
            </a:extLst>
          </p:cNvPr>
          <p:cNvSpPr/>
          <p:nvPr/>
        </p:nvSpPr>
        <p:spPr>
          <a:xfrm>
            <a:off x="488950" y="2060576"/>
            <a:ext cx="11212271" cy="407670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bg1"/>
                </a:gs>
                <a:gs pos="37000">
                  <a:schemeClr val="bg1">
                    <a:lumMod val="85000"/>
                  </a:schemeClr>
                </a:gs>
                <a:gs pos="99000">
                  <a:schemeClr val="bg1">
                    <a:lumMod val="85000"/>
                  </a:schemeClr>
                </a:gs>
                <a:gs pos="69000">
                  <a:schemeClr val="bg1">
                    <a:lumMod val="95000"/>
                  </a:schemeClr>
                </a:gs>
              </a:gsLst>
              <a:lin ang="2700000" scaled="0"/>
            </a:gradFill>
          </a:ln>
          <a:effectLst>
            <a:outerShdw blurRad="1270000" sx="102308" sy="102308" algn="ctr" rotWithShape="0">
              <a:prstClr val="black">
                <a:alpha val="4000"/>
              </a:prstClr>
            </a:outerShdw>
            <a:reflection endPos="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BC8244-5027-F700-025D-FAA0B8E7E3F7}"/>
              </a:ext>
            </a:extLst>
          </p:cNvPr>
          <p:cNvSpPr txBox="1"/>
          <p:nvPr/>
        </p:nvSpPr>
        <p:spPr>
          <a:xfrm>
            <a:off x="385854" y="944558"/>
            <a:ext cx="332482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 err="1">
                <a:ln>
                  <a:noFill/>
                </a:ln>
                <a:solidFill>
                  <a:srgbClr val="4F6EF1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챕터명을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4F6EF1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입력해 주세요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B99068-881D-4106-7162-64F3CED03112}"/>
              </a:ext>
            </a:extLst>
          </p:cNvPr>
          <p:cNvSpPr txBox="1"/>
          <p:nvPr/>
        </p:nvSpPr>
        <p:spPr>
          <a:xfrm>
            <a:off x="385854" y="1326823"/>
            <a:ext cx="2720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ore-KR"/>
            </a:defPPr>
            <a:lvl1pPr>
              <a:defRPr kumimoji="1" sz="2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제목을 입력해 주세요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62BDEC-D847-3A99-8A5D-8F67223A774B}"/>
              </a:ext>
            </a:extLst>
          </p:cNvPr>
          <p:cNvSpPr txBox="1"/>
          <p:nvPr/>
        </p:nvSpPr>
        <p:spPr>
          <a:xfrm>
            <a:off x="9874628" y="1511489"/>
            <a:ext cx="1588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부제목을 입력해 주세요</a:t>
            </a:r>
            <a:endParaRPr kumimoji="0" lang="ko-Kore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4874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C90287-42AB-0461-5655-9F102BC72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73973C9-A81E-29E2-4DCE-E841D9930C89}"/>
              </a:ext>
            </a:extLst>
          </p:cNvPr>
          <p:cNvSpPr/>
          <p:nvPr/>
        </p:nvSpPr>
        <p:spPr>
          <a:xfrm>
            <a:off x="488950" y="2060576"/>
            <a:ext cx="5462269" cy="407670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bg1"/>
                </a:gs>
                <a:gs pos="37000">
                  <a:schemeClr val="bg1">
                    <a:lumMod val="85000"/>
                  </a:schemeClr>
                </a:gs>
                <a:gs pos="99000">
                  <a:schemeClr val="bg1">
                    <a:lumMod val="85000"/>
                  </a:schemeClr>
                </a:gs>
                <a:gs pos="69000">
                  <a:schemeClr val="bg1">
                    <a:lumMod val="95000"/>
                  </a:schemeClr>
                </a:gs>
              </a:gsLst>
              <a:lin ang="2700000" scaled="0"/>
            </a:gradFill>
          </a:ln>
          <a:effectLst>
            <a:outerShdw blurRad="1270000" sx="102308" sy="102308" algn="ctr" rotWithShape="0">
              <a:prstClr val="black">
                <a:alpha val="4000"/>
              </a:prstClr>
            </a:outerShdw>
            <a:reflection endPos="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0AAED2-5459-2130-D8E1-9399733BE4C9}"/>
              </a:ext>
            </a:extLst>
          </p:cNvPr>
          <p:cNvSpPr txBox="1"/>
          <p:nvPr/>
        </p:nvSpPr>
        <p:spPr>
          <a:xfrm>
            <a:off x="385854" y="1326091"/>
            <a:ext cx="2720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ore-KR"/>
            </a:defPPr>
            <a:lvl1pPr>
              <a:defRPr kumimoji="1" sz="2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제목을 입력해 주세요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4ADEA2-CF53-5C5F-13C9-C62050F75BE3}"/>
              </a:ext>
            </a:extLst>
          </p:cNvPr>
          <p:cNvSpPr txBox="1"/>
          <p:nvPr/>
        </p:nvSpPr>
        <p:spPr>
          <a:xfrm>
            <a:off x="9874627" y="1510757"/>
            <a:ext cx="1588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Pretendard Medium" panose="02000503000000020004" pitchFamily="2" charset="-127"/>
                <a:ea typeface="Pretendard Medium" panose="02000503000000020004" pitchFamily="2" charset="-127"/>
                <a:cs typeface="Pretendard Medium" panose="02000503000000020004" pitchFamily="2" charset="-127"/>
              </a:rPr>
              <a:t>부제목을 입력해 주세요</a:t>
            </a:r>
            <a:endParaRPr kumimoji="0" lang="ko-Kore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Pretendard Medium" panose="02000503000000020004" pitchFamily="2" charset="-127"/>
              <a:ea typeface="Pretendard Medium" panose="02000503000000020004" pitchFamily="2" charset="-127"/>
              <a:cs typeface="Pretendard Medium" panose="02000503000000020004" pitchFamily="2" charset="-127"/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B7AA25A-82C5-8CC9-0218-AD5C71165E9B}"/>
              </a:ext>
            </a:extLst>
          </p:cNvPr>
          <p:cNvSpPr/>
          <p:nvPr/>
        </p:nvSpPr>
        <p:spPr>
          <a:xfrm>
            <a:off x="6240782" y="2060576"/>
            <a:ext cx="5462269" cy="4076700"/>
          </a:xfrm>
          <a:prstGeom prst="roundRect">
            <a:avLst>
              <a:gd name="adj" fmla="val 2709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bg1"/>
                </a:gs>
                <a:gs pos="37000">
                  <a:schemeClr val="bg1">
                    <a:lumMod val="85000"/>
                  </a:schemeClr>
                </a:gs>
                <a:gs pos="99000">
                  <a:schemeClr val="bg1">
                    <a:lumMod val="85000"/>
                  </a:schemeClr>
                </a:gs>
                <a:gs pos="69000">
                  <a:schemeClr val="bg1">
                    <a:lumMod val="95000"/>
                  </a:schemeClr>
                </a:gs>
              </a:gsLst>
              <a:lin ang="2700000" scaled="0"/>
            </a:gradFill>
          </a:ln>
          <a:effectLst>
            <a:outerShdw blurRad="1270000" sx="102308" sy="102308" algn="ctr" rotWithShape="0">
              <a:prstClr val="black">
                <a:alpha val="4000"/>
              </a:prstClr>
            </a:outerShdw>
            <a:reflection endPos="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11000402020202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A3AD27-7794-CC5E-8281-A580C467A4F5}"/>
              </a:ext>
            </a:extLst>
          </p:cNvPr>
          <p:cNvSpPr txBox="1"/>
          <p:nvPr/>
        </p:nvSpPr>
        <p:spPr>
          <a:xfrm>
            <a:off x="385854" y="944558"/>
            <a:ext cx="332482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 err="1">
                <a:ln>
                  <a:noFill/>
                </a:ln>
                <a:solidFill>
                  <a:srgbClr val="4F6EF1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챕터명을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4F6EF1"/>
                </a:solidFill>
                <a:effectLst/>
                <a:uLnTx/>
                <a:uFillTx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입력해 주세요</a:t>
            </a:r>
          </a:p>
        </p:txBody>
      </p:sp>
    </p:spTree>
    <p:extLst>
      <p:ext uri="{BB962C8B-B14F-4D97-AF65-F5344CB8AC3E}">
        <p14:creationId xmlns:p14="http://schemas.microsoft.com/office/powerpoint/2010/main" val="3416378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18</Words>
  <Application>Microsoft Office PowerPoint</Application>
  <PresentationFormat>와이드스크린</PresentationFormat>
  <Paragraphs>6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Pretendard</vt:lpstr>
      <vt:lpstr>Pretendard Medium</vt:lpstr>
      <vt:lpstr>맑은 고딕</vt:lpstr>
      <vt:lpstr>Arial</vt:lpstr>
      <vt:lpstr>Footlight MT Light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Kim</dc:creator>
  <cp:lastModifiedBy>이 돈우</cp:lastModifiedBy>
  <cp:revision>4</cp:revision>
  <dcterms:created xsi:type="dcterms:W3CDTF">2026-05-06T18:11:55Z</dcterms:created>
  <dcterms:modified xsi:type="dcterms:W3CDTF">2026-06-21T02:50:36Z</dcterms:modified>
</cp:coreProperties>
</file>